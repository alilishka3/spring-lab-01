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RWPSF 3305  ·  Midterm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Lab Library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lab works on Spring Boot, built up into one book catalogue site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 Ali, Kalmyrza Gulim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9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IT1-2409IS, IITU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9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Yemberdiyeva Aknur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9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</a:t>
            </a:r>
            <a:endParaRPr lang="en-US" sz="1600" dirty="0"/>
          </a:p>
        </p:txBody>
      </p:sp>
      <p:pic>
        <p:nvPicPr>
          <p:cNvPr id="6" name="Image 0" descr="/home/claude/deck/img/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822960"/>
            <a:ext cx="512064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project, seven labs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start a new project for every lab. The same app (spring-lab-01, Spring Boot 4.1, Java 25) got a new layer each week, and by lab 7 it had turned into a small library website with an API.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91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github.com/Alilishka3/spring-lab-01, one branch per lab, rk1 has everything.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463040"/>
          <a:ext cx="56692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65176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variant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Spring Boot 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/api/reverse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IoC container, beans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"reversed" notifier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Configuration, profiles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app.pagination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AOP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counter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MVC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title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Forms and validation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ISBN check digit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1 and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the app and wiring the beans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1.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from Spring Initializr and a first REST controller. Our endpoint turns a string around and returns its length; without the text parameter it answers 400.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Notifier beans for one interface. When we commented out @Primary, the app refused to start because it found four candidates. Prototype beans only change when you ask ObjectProvider for a new 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52160" y="1463040"/>
            <a:ext cx="5669280" cy="155448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80760" y="1645920"/>
            <a:ext cx="5257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"localhost:8080/api/reverse?text=IITU 2026"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9BE0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{"original":"IITU 2026","reversed":"6202 UTII","length":9}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52160" y="3246120"/>
            <a:ext cx="5669280" cy="141732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80760" y="3429000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A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FAILED TO START  (EmailNotifier without @Primary)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 0 of constructor in NotificationService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 a single bean, but 4 were found: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4892040"/>
          <a:ext cx="56692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1737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/api/lab2/scopes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 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injected directly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0057fe04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0057fe04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ObjectProvider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66f1c6b5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87db70dc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live outside the code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6035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280160"/>
                <a:gridCol w="1280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profile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 retry count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 enabled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size (variant)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/ 100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/ 100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3977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JAR every time; only --spring.profiles.active changes.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132320" y="146304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wins for app.mail.retry-count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yml says 3, env variable 7, -D property 5, command line 9. The app used 9. Typed AppProperties checks the value at start-up, so --app.mail.retry-count=99 stops the app with "must be less than or equal to 10".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132320" y="3154680"/>
            <a:ext cx="4389120" cy="114300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60920" y="333756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Property: app.mail.retryCount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Value: "99"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2A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Reason: must be less than or equal to 10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timing and audit without touching the 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583680" cy="237744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6172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localhost:8080/api/lab4/items?limit=5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[AUDIT] start CATALOG_LIST args=[5]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[LOG] -&gt; CatalogService.findAll(..) args=[5]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[TIME] SLOW: CatalogService.findAll(..) --- 309 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[LOG] &lt;- CatalogService.findAll(..) returned [5 items]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[AUDIT] CATALOG_LIST success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23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has @Order(1), so it opens first and closes last. Timing sits closest to the method and marks anything over 200 ms as slow.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4630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 we hit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is a CGLIB proxy (CatalogService$$SpringCGLIB$$1). removeTwice() called remove() through "this", and the audit aspect saw nothing: 0 records. After calling it through a lazy self-reference we got 2.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47548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Variant: @Before counts calls per method. After the demo: remove = 4, findAll = 1, findById = 1.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and an API on the same service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4206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058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/api/books/999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/api/books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/api/books/2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DELETE again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/api/books/abc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/api/books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as text/plain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Accept: application/xml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285232" y="1444752"/>
            <a:ext cx="6254496" cy="3465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</p:spPr>
      </p:sp>
      <p:pic>
        <p:nvPicPr>
          <p:cNvPr id="6" name="Image 0" descr="/home/claude/deck/img/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463040"/>
            <a:ext cx="6217920" cy="3429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303520" y="50292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/books: the controller fills the model, Thymeleaf draws the table. CSS is served from static/ with no controller. After a form POST we redirect, so F5 does not add the book twice.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 that keeps what you typed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444752"/>
            <a:ext cx="5431536" cy="3602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</p:spPr>
      </p:sp>
      <p:pic>
        <p:nvPicPr>
          <p:cNvPr id="5" name="Image 0" descr="/home/claude/deck/img/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539496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99632" y="1444752"/>
            <a:ext cx="5340096" cy="3602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</p:spPr>
      </p:sp>
      <p:pic>
        <p:nvPicPr>
          <p:cNvPr id="7" name="Image 1" descr="/home/claude/deck/img/s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35661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1206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with digits and a wrong ISBN (our variant checks the check digit).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217920" y="5120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 with ?lang=ru: the error messages switch language too.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C2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gotcha: Windows here runs in Russian, and Spring fell back to the Russian file even for English. spring.messages.fallback-to-system-locale: false fixed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7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 API another team could use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4206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058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/api/books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/api/books/1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it again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POST, empty title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POST, book exists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?page=0&amp;size=5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?page=-1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463040"/>
            <a:ext cx="6217920" cy="246888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32120" y="1645920"/>
            <a:ext cx="5806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C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-X POST -d @duplicate.json localhost:8080/api/books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2A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HTTP/1.1 409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C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application/problem+json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"detail": "A book titled «Spring in Action» by this author already exists",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"instance": "/api/books",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409,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"Duplicate title",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"…/errors/duplicate-title",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"bookTitle": "Spring in Action"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4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303520" y="411480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and response DTOs with a mapper, so clients never touch id or createdAt. Every error is a problem detail from one @RestControllerAdvice. Paging takes its default size from the lab 3 setting. Docs at /swagger-ui.html.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application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444752"/>
            <a:ext cx="6803136" cy="451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</p:spPr>
      </p:sp>
      <p:pic>
        <p:nvPicPr>
          <p:cNvPr id="5" name="Image 0" descr="/home/claude/deck/img/s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6766560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0" y="146304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localhost:8080/books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author, title or genre. Every spine on the shelf is a book and opens its page. The shelf on the start page is drawn from GET /api/books.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754112" y="3639312"/>
            <a:ext cx="3785616" cy="2322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</p:spPr>
      </p:sp>
      <p:pic>
        <p:nvPicPr>
          <p:cNvPr id="8" name="Image 1" descr="/home/claude/deck/img/s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657600"/>
            <a:ext cx="3749040" cy="2286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application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through the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444752"/>
            <a:ext cx="6071616" cy="451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</p:spPr>
      </p:sp>
      <p:pic>
        <p:nvPicPr>
          <p:cNvPr id="5" name="Image 0" descr="/home/claude/deck/img/s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603504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22592" y="1444752"/>
            <a:ext cx="4517136" cy="2322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</p:spPr>
      </p:sp>
      <p:pic>
        <p:nvPicPr>
          <p:cNvPr id="7" name="Image 1" descr="/home/claude/deck/img/s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463040"/>
            <a:ext cx="4480560" cy="2286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040880" y="39776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book gives a friendly page in the browser and a JSON problem detail in the API. Both come from the same BookNotFoundException; two scoped @ControllerAdvice classes decide the format.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that broke while we were testing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206240"/>
                <a:gridCol w="31089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with errors crashed with a Thymeleaf exception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error list sat outside the element with th:object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Moved th:object to a wrapper around both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pages showed Russian 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fell back to the Windows locale (ru)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fallback-to-system-locale: false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did not log removeTwice()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through "this" skips the proxy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Lazy self-reference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/actuator/env showed 3 while the app used 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endpoint looks the key up literally, binding is relaxed (APP_MAIL_RETRYCOUNT)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to fix, worth knowing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without @Primary did not start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Notifier candidates, @Fallback helps only with one left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@Primary on EmailNotifier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take away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6949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creates and connects the objects; we mostly decide which bean goes where.</a:t>
            </a:r>
            <a:endParaRPr lang="en-US" sz="19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belong in YAML and profiles, and a wrong value should stop the start.</a:t>
            </a:r>
            <a:endParaRPr lang="en-US" sz="19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Aspects keep logging and auditing out of the service, as long as calls go through the proxy.</a:t>
            </a:r>
            <a:endParaRPr lang="en-US" sz="19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API says what happened with the status code before you read the body.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178308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C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mvnw.cmd spring-boot:run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C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localhost:8080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9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github.com/Alilishka3/spring-lab-01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486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C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ring Lab Short">
  <a:themeElements>
    <a:clrScheme name="Spring Lab Short">
      <a:dk1>
        <a:srgbClr val="1F2933"/>
      </a:dk1>
      <a:lt1>
        <a:srgbClr val="FFFFFF"/>
      </a:lt1>
      <a:dk2>
        <a:srgbClr val="1B5E4A"/>
      </a:dk2>
      <a:lt2>
        <a:srgbClr val="F2F4F5"/>
      </a:lt2>
      <a:accent1>
        <a:srgbClr val="1B5E4A"/>
      </a:accent1>
      <a:accent2>
        <a:srgbClr val="C2852B"/>
      </a:accent2>
      <a:accent3>
        <a:srgbClr val="2B4C7E"/>
      </a:accent3>
      <a:accent4>
        <a:srgbClr val="8C2F39"/>
      </a:accent4>
      <a:accent5>
        <a:srgbClr val="5B3F86"/>
      </a:accent5>
      <a:accent6>
        <a:srgbClr val="6B7280"/>
      </a:accent6>
      <a:hlink>
        <a:srgbClr val="1B5E4A"/>
      </a:hlink>
      <a:folHlink>
        <a:srgbClr val="5B3F86"/>
      </a:folHlink>
    </a:clrScheme>
    <a:fontScheme name="Spring Lab Shor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RWPSF 3305 midterm: Spring Lab Library</dc:title>
  <dc:subject>PptxGenJS Presentation</dc:subject>
  <dc:creator>Altai Ali, Kalmyrza Gulim</dc:creator>
  <cp:lastModifiedBy>Altai Ali, Kalmyrza Gulim</cp:lastModifiedBy>
  <cp:revision>1</cp:revision>
  <dcterms:created xsi:type="dcterms:W3CDTF">2026-10-19T20:20:50Z</dcterms:created>
  <dcterms:modified xsi:type="dcterms:W3CDTF">2026-10-19T20:20:50Z</dcterms:modified>
</cp:coreProperties>
</file>